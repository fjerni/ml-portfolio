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Albert Sans" pitchFamily="2" charset="77"/>
      <p:regular r:id="rId15"/>
      <p:bold r:id="rId16"/>
      <p:italic r:id="rId17"/>
      <p:boldItalic r:id="rId18"/>
    </p:embeddedFont>
    <p:embeddedFont>
      <p:font typeface="DM Sans" pitchFamily="2" charset="77"/>
      <p:regular r:id="rId19"/>
      <p:bold r:id="rId20"/>
      <p:italic r:id="rId21"/>
      <p:boldItalic r:id="rId22"/>
    </p:embeddedFont>
    <p:embeddedFont>
      <p:font typeface="Raleway" pitchFamily="2" charset="77"/>
      <p:regular r:id="rId23"/>
      <p:bold r:id="rId24"/>
      <p:italic r:id="rId25"/>
      <p:boldItalic r:id="rId26"/>
    </p:embeddedFont>
    <p:embeddedFont>
      <p:font typeface="Viaoda Libre" pitchFamily="2" charset="77"/>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56"/>
    <p:restoredTop sz="94623"/>
  </p:normalViewPr>
  <p:slideViewPr>
    <p:cSldViewPr snapToGrid="0">
      <p:cViewPr varScale="1">
        <p:scale>
          <a:sx n="135" d="100"/>
          <a:sy n="135" d="100"/>
        </p:scale>
        <p:origin x="72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schemas.openxmlformats.org/officeDocument/2006/relationships/font" Target="fonts/font13.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62ff4209b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62ff4209b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aefaa59d54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aefaa59d54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ed06459e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aed06459e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ed06459e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aed06459e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aed06459e4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aed06459e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ed06459e4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aed06459e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efaa59d5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aefaa59d5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aefaa59d5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aefaa59d5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aed06459e4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aed06459e4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aed06459e4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aed06459e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aed06459e4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aed06459e4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efaa59d5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aefaa59d5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flipH="1">
            <a:off x="457200" y="4391750"/>
            <a:ext cx="4215600" cy="3840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rot="130" flipH="1">
            <a:off x="457525" y="368058"/>
            <a:ext cx="7931100" cy="2430600"/>
          </a:xfrm>
          <a:prstGeom prst="rect">
            <a:avLst/>
          </a:prstGeom>
          <a:noFill/>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7500">
                <a:latin typeface="Viaoda Libre"/>
                <a:ea typeface="Viaoda Libre"/>
                <a:cs typeface="Viaoda Libre"/>
                <a:sym typeface="Viaoda Libr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pic>
        <p:nvPicPr>
          <p:cNvPr id="11" name="Google Shape;11;p2" title="grad.png"/>
          <p:cNvPicPr preferRelativeResize="0"/>
          <p:nvPr/>
        </p:nvPicPr>
        <p:blipFill rotWithShape="1">
          <a:blip r:embed="rId2">
            <a:alphaModFix amt="64000"/>
          </a:blip>
          <a:srcRect l="11022" r="13738" b="8155"/>
          <a:stretch/>
        </p:blipFill>
        <p:spPr>
          <a:xfrm>
            <a:off x="3834475" y="1266252"/>
            <a:ext cx="6626048" cy="577770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flipH="1">
            <a:off x="2478600" y="1790900"/>
            <a:ext cx="6208200" cy="2912100"/>
          </a:xfrm>
          <a:prstGeom prst="rect">
            <a:avLst/>
          </a:prstGeom>
          <a:ln>
            <a:noFill/>
          </a:ln>
        </p:spPr>
        <p:txBody>
          <a:bodyPr spcFirstLastPara="1" wrap="square" lIns="91425" tIns="91425" rIns="91425" bIns="91425" anchor="b" anchorCtr="0">
            <a:noAutofit/>
          </a:bodyPr>
          <a:lstStyle>
            <a:lvl1pPr lvl="0" algn="r">
              <a:spcBef>
                <a:spcPts val="0"/>
              </a:spcBef>
              <a:spcAft>
                <a:spcPts val="0"/>
              </a:spcAft>
              <a:buSzPts val="3600"/>
              <a:buNone/>
              <a:defRPr sz="4800" b="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457200" y="440450"/>
            <a:ext cx="1295100" cy="763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6000"/>
              <a:buNone/>
              <a:defRPr sz="6500" b="0" i="1"/>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pic>
        <p:nvPicPr>
          <p:cNvPr id="15" name="Google Shape;15;p3" title="grad.png"/>
          <p:cNvPicPr preferRelativeResize="0"/>
          <p:nvPr/>
        </p:nvPicPr>
        <p:blipFill rotWithShape="1">
          <a:blip r:embed="rId2">
            <a:alphaModFix amt="64000"/>
          </a:blip>
          <a:srcRect l="11022" r="13738" b="8155"/>
          <a:stretch/>
        </p:blipFill>
        <p:spPr>
          <a:xfrm rot="8601403">
            <a:off x="2378586" y="-4229028"/>
            <a:ext cx="8776077" cy="765245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body" idx="1"/>
          </p:nvPr>
        </p:nvSpPr>
        <p:spPr>
          <a:xfrm>
            <a:off x="457200" y="1221475"/>
            <a:ext cx="8233800" cy="1301700"/>
          </a:xfrm>
          <a:prstGeom prst="rect">
            <a:avLst/>
          </a:prstGeom>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2"/>
              </a:buClr>
              <a:buSzPts val="1200"/>
              <a:buFont typeface="Darker Grotesque SemiBold"/>
              <a:buChar char="●"/>
              <a:defRPr sz="1200"/>
            </a:lvl1pPr>
            <a:lvl2pPr marL="914400" lvl="1" indent="-304800" rtl="0">
              <a:lnSpc>
                <a:spcPct val="115000"/>
              </a:lnSpc>
              <a:spcBef>
                <a:spcPts val="0"/>
              </a:spcBef>
              <a:spcAft>
                <a:spcPts val="0"/>
              </a:spcAft>
              <a:buClr>
                <a:srgbClr val="364F27"/>
              </a:buClr>
              <a:buSzPts val="1200"/>
              <a:buFont typeface="Darker Grotesque SemiBold"/>
              <a:buChar char="○"/>
              <a:defRPr/>
            </a:lvl2pPr>
            <a:lvl3pPr marL="1371600" lvl="2" indent="-304800" rtl="0">
              <a:lnSpc>
                <a:spcPct val="115000"/>
              </a:lnSpc>
              <a:spcBef>
                <a:spcPts val="0"/>
              </a:spcBef>
              <a:spcAft>
                <a:spcPts val="0"/>
              </a:spcAft>
              <a:buClr>
                <a:srgbClr val="364F27"/>
              </a:buClr>
              <a:buSzPts val="1200"/>
              <a:buFont typeface="Darker Grotesque SemiBold"/>
              <a:buChar char="■"/>
              <a:defRPr/>
            </a:lvl3pPr>
            <a:lvl4pPr marL="1828800" lvl="3" indent="-304800" rtl="0">
              <a:lnSpc>
                <a:spcPct val="115000"/>
              </a:lnSpc>
              <a:spcBef>
                <a:spcPts val="0"/>
              </a:spcBef>
              <a:spcAft>
                <a:spcPts val="0"/>
              </a:spcAft>
              <a:buClr>
                <a:srgbClr val="364F27"/>
              </a:buClr>
              <a:buSzPts val="1200"/>
              <a:buFont typeface="Darker Grotesque SemiBold"/>
              <a:buChar char="●"/>
              <a:defRPr/>
            </a:lvl4pPr>
            <a:lvl5pPr marL="2286000" lvl="4" indent="-304800" rtl="0">
              <a:lnSpc>
                <a:spcPct val="115000"/>
              </a:lnSpc>
              <a:spcBef>
                <a:spcPts val="0"/>
              </a:spcBef>
              <a:spcAft>
                <a:spcPts val="0"/>
              </a:spcAft>
              <a:buClr>
                <a:srgbClr val="364F27"/>
              </a:buClr>
              <a:buSzPts val="1200"/>
              <a:buFont typeface="Darker Grotesque SemiBold"/>
              <a:buChar char="○"/>
              <a:defRPr/>
            </a:lvl5pPr>
            <a:lvl6pPr marL="2743200" lvl="5" indent="-304800" rtl="0">
              <a:lnSpc>
                <a:spcPct val="115000"/>
              </a:lnSpc>
              <a:spcBef>
                <a:spcPts val="0"/>
              </a:spcBef>
              <a:spcAft>
                <a:spcPts val="0"/>
              </a:spcAft>
              <a:buClr>
                <a:srgbClr val="364F27"/>
              </a:buClr>
              <a:buSzPts val="1200"/>
              <a:buFont typeface="Darker Grotesque SemiBold"/>
              <a:buChar char="■"/>
              <a:defRPr/>
            </a:lvl6pPr>
            <a:lvl7pPr marL="3200400" lvl="6" indent="-304800" rtl="0">
              <a:lnSpc>
                <a:spcPct val="115000"/>
              </a:lnSpc>
              <a:spcBef>
                <a:spcPts val="0"/>
              </a:spcBef>
              <a:spcAft>
                <a:spcPts val="0"/>
              </a:spcAft>
              <a:buClr>
                <a:srgbClr val="364F27"/>
              </a:buClr>
              <a:buSzPts val="1200"/>
              <a:buFont typeface="Darker Grotesque SemiBold"/>
              <a:buChar char="●"/>
              <a:defRPr/>
            </a:lvl7pPr>
            <a:lvl8pPr marL="3657600" lvl="7" indent="-304800" rtl="0">
              <a:lnSpc>
                <a:spcPct val="115000"/>
              </a:lnSpc>
              <a:spcBef>
                <a:spcPts val="0"/>
              </a:spcBef>
              <a:spcAft>
                <a:spcPts val="0"/>
              </a:spcAft>
              <a:buClr>
                <a:srgbClr val="364F27"/>
              </a:buClr>
              <a:buSzPts val="1200"/>
              <a:buFont typeface="Darker Grotesque SemiBold"/>
              <a:buChar char="○"/>
              <a:defRPr/>
            </a:lvl8pPr>
            <a:lvl9pPr marL="4114800" lvl="8" indent="-304800" rtl="0">
              <a:lnSpc>
                <a:spcPct val="115000"/>
              </a:lnSpc>
              <a:spcBef>
                <a:spcPts val="0"/>
              </a:spcBef>
              <a:spcAft>
                <a:spcPts val="0"/>
              </a:spcAft>
              <a:buClr>
                <a:srgbClr val="364F27"/>
              </a:buClr>
              <a:buSzPts val="1200"/>
              <a:buFont typeface="Darker Grotesque SemiBold"/>
              <a:buChar char="■"/>
              <a:defRPr/>
            </a:lvl9pPr>
          </a:lstStyle>
          <a:p>
            <a:endParaRPr/>
          </a:p>
        </p:txBody>
      </p:sp>
      <p:sp>
        <p:nvSpPr>
          <p:cNvPr id="18" name="Google Shape;18;p4"/>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subTitle" idx="1"/>
          </p:nvPr>
        </p:nvSpPr>
        <p:spPr>
          <a:xfrm>
            <a:off x="2026950" y="3196950"/>
            <a:ext cx="50901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 name="Google Shape;21;p5"/>
          <p:cNvSpPr txBox="1">
            <a:spLocks noGrp="1"/>
          </p:cNvSpPr>
          <p:nvPr>
            <p:ph type="subTitle" idx="2"/>
          </p:nvPr>
        </p:nvSpPr>
        <p:spPr>
          <a:xfrm>
            <a:off x="2026950" y="1359575"/>
            <a:ext cx="50901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 name="Google Shape;22;p5"/>
          <p:cNvSpPr txBox="1">
            <a:spLocks noGrp="1"/>
          </p:cNvSpPr>
          <p:nvPr>
            <p:ph type="subTitle" idx="3"/>
          </p:nvPr>
        </p:nvSpPr>
        <p:spPr>
          <a:xfrm>
            <a:off x="2026950" y="3546450"/>
            <a:ext cx="5090100" cy="8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 name="Google Shape;23;p5"/>
          <p:cNvSpPr txBox="1">
            <a:spLocks noGrp="1"/>
          </p:cNvSpPr>
          <p:nvPr>
            <p:ph type="subTitle" idx="4"/>
          </p:nvPr>
        </p:nvSpPr>
        <p:spPr>
          <a:xfrm>
            <a:off x="2026950" y="1709075"/>
            <a:ext cx="5090100" cy="83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5"/>
          <p:cNvSpPr txBox="1">
            <a:spLocks noGrp="1"/>
          </p:cNvSpPr>
          <p:nvPr>
            <p:ph type="title"/>
          </p:nvPr>
        </p:nvSpPr>
        <p:spPr>
          <a:xfrm>
            <a:off x="457200" y="212325"/>
            <a:ext cx="82296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25" name="Google Shape;25;p5" title="grad.png"/>
          <p:cNvPicPr preferRelativeResize="0"/>
          <p:nvPr/>
        </p:nvPicPr>
        <p:blipFill rotWithShape="1">
          <a:blip r:embed="rId2">
            <a:alphaModFix amt="64000"/>
          </a:blip>
          <a:srcRect l="11022" r="13738" b="8155"/>
          <a:stretch/>
        </p:blipFill>
        <p:spPr>
          <a:xfrm rot="2199912">
            <a:off x="-3751676" y="-381272"/>
            <a:ext cx="6626045" cy="577770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pic>
        <p:nvPicPr>
          <p:cNvPr id="27" name="Google Shape;27;p6" title="grad.png"/>
          <p:cNvPicPr preferRelativeResize="0"/>
          <p:nvPr/>
        </p:nvPicPr>
        <p:blipFill rotWithShape="1">
          <a:blip r:embed="rId2">
            <a:alphaModFix amt="64000"/>
          </a:blip>
          <a:srcRect l="11022" r="13738" b="8155"/>
          <a:stretch/>
        </p:blipFill>
        <p:spPr>
          <a:xfrm rot="-5810095">
            <a:off x="-1681503" y="-1718043"/>
            <a:ext cx="4467740" cy="3895735"/>
          </a:xfrm>
          <a:prstGeom prst="rect">
            <a:avLst/>
          </a:prstGeom>
          <a:noFill/>
          <a:ln>
            <a:noFill/>
          </a:ln>
        </p:spPr>
      </p:pic>
      <p:sp>
        <p:nvSpPr>
          <p:cNvPr id="28" name="Google Shape;28;p6"/>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body" idx="1"/>
          </p:nvPr>
        </p:nvSpPr>
        <p:spPr>
          <a:xfrm>
            <a:off x="4053700" y="1704950"/>
            <a:ext cx="4512900" cy="28368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DM Sans"/>
              <a:buChar char="●"/>
              <a:defRPr sz="1400"/>
            </a:lvl1pPr>
            <a:lvl2pPr marL="914400" lvl="1" indent="-317500" rtl="0">
              <a:lnSpc>
                <a:spcPct val="115000"/>
              </a:lnSpc>
              <a:spcBef>
                <a:spcPts val="0"/>
              </a:spcBef>
              <a:spcAft>
                <a:spcPts val="0"/>
              </a:spcAft>
              <a:buSzPts val="1400"/>
              <a:buFont typeface="DM Sans"/>
              <a:buChar char="○"/>
              <a:defRPr/>
            </a:lvl2pPr>
            <a:lvl3pPr marL="1371600" lvl="2" indent="-317500" rtl="0">
              <a:lnSpc>
                <a:spcPct val="115000"/>
              </a:lnSpc>
              <a:spcBef>
                <a:spcPts val="0"/>
              </a:spcBef>
              <a:spcAft>
                <a:spcPts val="0"/>
              </a:spcAft>
              <a:buSzPts val="1400"/>
              <a:buFont typeface="DM Sans"/>
              <a:buChar char="■"/>
              <a:defRPr/>
            </a:lvl3pPr>
            <a:lvl4pPr marL="1828800" lvl="3" indent="-317500" rtl="0">
              <a:lnSpc>
                <a:spcPct val="115000"/>
              </a:lnSpc>
              <a:spcBef>
                <a:spcPts val="0"/>
              </a:spcBef>
              <a:spcAft>
                <a:spcPts val="0"/>
              </a:spcAft>
              <a:buSzPts val="1400"/>
              <a:buFont typeface="DM Sans"/>
              <a:buChar char="●"/>
              <a:defRPr/>
            </a:lvl4pPr>
            <a:lvl5pPr marL="2286000" lvl="4" indent="-317500" rtl="0">
              <a:lnSpc>
                <a:spcPct val="115000"/>
              </a:lnSpc>
              <a:spcBef>
                <a:spcPts val="0"/>
              </a:spcBef>
              <a:spcAft>
                <a:spcPts val="0"/>
              </a:spcAft>
              <a:buSzPts val="1400"/>
              <a:buFont typeface="DM Sans"/>
              <a:buChar char="○"/>
              <a:defRPr/>
            </a:lvl5pPr>
            <a:lvl6pPr marL="2743200" lvl="5" indent="-317500" rtl="0">
              <a:lnSpc>
                <a:spcPct val="115000"/>
              </a:lnSpc>
              <a:spcBef>
                <a:spcPts val="0"/>
              </a:spcBef>
              <a:spcAft>
                <a:spcPts val="0"/>
              </a:spcAft>
              <a:buSzPts val="1400"/>
              <a:buFont typeface="DM Sans"/>
              <a:buChar char="■"/>
              <a:defRPr/>
            </a:lvl6pPr>
            <a:lvl7pPr marL="3200400" lvl="6" indent="-317500" rtl="0">
              <a:lnSpc>
                <a:spcPct val="115000"/>
              </a:lnSpc>
              <a:spcBef>
                <a:spcPts val="0"/>
              </a:spcBef>
              <a:spcAft>
                <a:spcPts val="0"/>
              </a:spcAft>
              <a:buSzPts val="1400"/>
              <a:buFont typeface="DM Sans"/>
              <a:buChar char="●"/>
              <a:defRPr/>
            </a:lvl7pPr>
            <a:lvl8pPr marL="3657600" lvl="7" indent="-317500" rtl="0">
              <a:lnSpc>
                <a:spcPct val="115000"/>
              </a:lnSpc>
              <a:spcBef>
                <a:spcPts val="0"/>
              </a:spcBef>
              <a:spcAft>
                <a:spcPts val="0"/>
              </a:spcAft>
              <a:buSzPts val="1400"/>
              <a:buFont typeface="DM Sans"/>
              <a:buChar char="○"/>
              <a:defRPr/>
            </a:lvl8pPr>
            <a:lvl9pPr marL="4114800" lvl="8" indent="-317500" rtl="0">
              <a:lnSpc>
                <a:spcPct val="115000"/>
              </a:lnSpc>
              <a:spcBef>
                <a:spcPts val="0"/>
              </a:spcBef>
              <a:spcAft>
                <a:spcPts val="0"/>
              </a:spcAft>
              <a:buSzPts val="1400"/>
              <a:buFont typeface="DM Sans"/>
              <a:buChar char="■"/>
              <a:defRPr/>
            </a:lvl9pPr>
          </a:lstStyle>
          <a:p>
            <a:endParaRPr/>
          </a:p>
        </p:txBody>
      </p:sp>
      <p:sp>
        <p:nvSpPr>
          <p:cNvPr id="31" name="Google Shape;31;p7"/>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6" name="Google Shape;36;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7" name="Google Shape;37;p9"/>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a:spLocks noGrp="1"/>
          </p:cNvSpPr>
          <p:nvPr>
            <p:ph type="pic" idx="2"/>
          </p:nvPr>
        </p:nvSpPr>
        <p:spPr>
          <a:xfrm>
            <a:off x="0" y="2"/>
            <a:ext cx="9144000" cy="5143500"/>
          </a:xfrm>
          <a:prstGeom prst="rect">
            <a:avLst/>
          </a:prstGeom>
          <a:noFill/>
          <a:ln>
            <a:noFill/>
          </a:ln>
        </p:spPr>
      </p:sp>
      <p:sp>
        <p:nvSpPr>
          <p:cNvPr id="40" name="Google Shape;40;p10"/>
          <p:cNvSpPr txBox="1">
            <a:spLocks noGrp="1"/>
          </p:cNvSpPr>
          <p:nvPr>
            <p:ph type="title"/>
          </p:nvPr>
        </p:nvSpPr>
        <p:spPr>
          <a:xfrm>
            <a:off x="468950" y="370700"/>
            <a:ext cx="2841900" cy="734100"/>
          </a:xfrm>
          <a:prstGeom prst="rect">
            <a:avLst/>
          </a:prstGeom>
          <a:solidFill>
            <a:schemeClr val="lt1"/>
          </a:solidFill>
          <a:ln>
            <a:noFill/>
          </a:ln>
        </p:spPr>
        <p:txBody>
          <a:bodyPr spcFirstLastPara="1" wrap="square" lIns="91425" tIns="91425" rIns="91425" bIns="91425" anchor="t" anchorCtr="0">
            <a:noAutofit/>
          </a:bodyPr>
          <a:lstStyle>
            <a:lvl1pPr lvl="0" rtl="0">
              <a:spcBef>
                <a:spcPts val="0"/>
              </a:spcBef>
              <a:spcAft>
                <a:spcPts val="0"/>
              </a:spcAft>
              <a:buSzPts val="3500"/>
              <a:buNone/>
              <a:defRPr sz="19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1284000" y="1952850"/>
            <a:ext cx="4454700" cy="7995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a:r>
              <a:t>xx%</a:t>
            </a:r>
          </a:p>
        </p:txBody>
      </p:sp>
      <p:sp>
        <p:nvSpPr>
          <p:cNvPr id="43" name="Google Shape;43;p11"/>
          <p:cNvSpPr txBox="1">
            <a:spLocks noGrp="1"/>
          </p:cNvSpPr>
          <p:nvPr>
            <p:ph type="subTitle" idx="1"/>
          </p:nvPr>
        </p:nvSpPr>
        <p:spPr>
          <a:xfrm>
            <a:off x="1284000" y="2816250"/>
            <a:ext cx="4454700" cy="374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2_1">
    <p:spTree>
      <p:nvGrpSpPr>
        <p:cNvPr id="1" name="Shape 45"/>
        <p:cNvGrpSpPr/>
        <p:nvPr/>
      </p:nvGrpSpPr>
      <p:grpSpPr>
        <a:xfrm>
          <a:off x="0" y="0"/>
          <a:ext cx="0" cy="0"/>
          <a:chOff x="0" y="0"/>
          <a:chExt cx="0" cy="0"/>
        </a:xfrm>
      </p:grpSpPr>
      <p:sp>
        <p:nvSpPr>
          <p:cNvPr id="46" name="Google Shape;46;p13"/>
          <p:cNvSpPr txBox="1">
            <a:spLocks noGrp="1"/>
          </p:cNvSpPr>
          <p:nvPr>
            <p:ph type="title" hasCustomPrompt="1"/>
          </p:nvPr>
        </p:nvSpPr>
        <p:spPr>
          <a:xfrm>
            <a:off x="2576538" y="1292813"/>
            <a:ext cx="677700" cy="4038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i="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7" name="Google Shape;47;p13"/>
          <p:cNvSpPr txBox="1">
            <a:spLocks noGrp="1"/>
          </p:cNvSpPr>
          <p:nvPr>
            <p:ph type="subTitle" idx="1"/>
          </p:nvPr>
        </p:nvSpPr>
        <p:spPr>
          <a:xfrm>
            <a:off x="3214064" y="1288025"/>
            <a:ext cx="3353400" cy="484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8" name="Google Shape;48;p13"/>
          <p:cNvSpPr txBox="1">
            <a:spLocks noGrp="1"/>
          </p:cNvSpPr>
          <p:nvPr>
            <p:ph type="title" idx="2" hasCustomPrompt="1"/>
          </p:nvPr>
        </p:nvSpPr>
        <p:spPr>
          <a:xfrm>
            <a:off x="2576538" y="2187738"/>
            <a:ext cx="677700" cy="403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000" i="1"/>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9" name="Google Shape;49;p13"/>
          <p:cNvSpPr txBox="1">
            <a:spLocks noGrp="1"/>
          </p:cNvSpPr>
          <p:nvPr>
            <p:ph type="subTitle" idx="3"/>
          </p:nvPr>
        </p:nvSpPr>
        <p:spPr>
          <a:xfrm>
            <a:off x="3214064" y="2152675"/>
            <a:ext cx="3353400" cy="484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 name="Google Shape;50;p13"/>
          <p:cNvSpPr txBox="1">
            <a:spLocks noGrp="1"/>
          </p:cNvSpPr>
          <p:nvPr>
            <p:ph type="title" idx="4" hasCustomPrompt="1"/>
          </p:nvPr>
        </p:nvSpPr>
        <p:spPr>
          <a:xfrm>
            <a:off x="2576538" y="3082675"/>
            <a:ext cx="677700" cy="403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000" i="1"/>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1" name="Google Shape;51;p13"/>
          <p:cNvSpPr txBox="1">
            <a:spLocks noGrp="1"/>
          </p:cNvSpPr>
          <p:nvPr>
            <p:ph type="subTitle" idx="5"/>
          </p:nvPr>
        </p:nvSpPr>
        <p:spPr>
          <a:xfrm>
            <a:off x="3214064" y="3077888"/>
            <a:ext cx="3353400" cy="484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2" name="Google Shape;52;p13"/>
          <p:cNvSpPr txBox="1">
            <a:spLocks noGrp="1"/>
          </p:cNvSpPr>
          <p:nvPr>
            <p:ph type="title" idx="6" hasCustomPrompt="1"/>
          </p:nvPr>
        </p:nvSpPr>
        <p:spPr>
          <a:xfrm>
            <a:off x="2576538" y="3937813"/>
            <a:ext cx="677700" cy="4038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3000" i="1"/>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3" name="Google Shape;53;p13"/>
          <p:cNvSpPr txBox="1">
            <a:spLocks noGrp="1"/>
          </p:cNvSpPr>
          <p:nvPr>
            <p:ph type="subTitle" idx="7"/>
          </p:nvPr>
        </p:nvSpPr>
        <p:spPr>
          <a:xfrm>
            <a:off x="3214064" y="3933025"/>
            <a:ext cx="3353400" cy="484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2200">
                <a:solidFill>
                  <a:schemeClr val="dk2"/>
                </a:solidFill>
                <a:latin typeface="Viaoda Libre"/>
                <a:ea typeface="Viaoda Libre"/>
                <a:cs typeface="Viaoda Libre"/>
                <a:sym typeface="Viaoda Libre"/>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 name="Google Shape;54;p13"/>
          <p:cNvSpPr txBox="1">
            <a:spLocks noGrp="1"/>
          </p:cNvSpPr>
          <p:nvPr>
            <p:ph type="title" idx="8"/>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55" name="Google Shape;55;p13" title="grad.png"/>
          <p:cNvPicPr preferRelativeResize="0"/>
          <p:nvPr/>
        </p:nvPicPr>
        <p:blipFill rotWithShape="1">
          <a:blip r:embed="rId2">
            <a:alphaModFix amt="64000"/>
          </a:blip>
          <a:srcRect l="11022" r="13738" b="8155"/>
          <a:stretch/>
        </p:blipFill>
        <p:spPr>
          <a:xfrm rot="10523439">
            <a:off x="6530752" y="569101"/>
            <a:ext cx="6626046" cy="577770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56"/>
        <p:cNvGrpSpPr/>
        <p:nvPr/>
      </p:nvGrpSpPr>
      <p:grpSpPr>
        <a:xfrm>
          <a:off x="0" y="0"/>
          <a:ext cx="0" cy="0"/>
          <a:chOff x="0" y="0"/>
          <a:chExt cx="0" cy="0"/>
        </a:xfrm>
      </p:grpSpPr>
      <p:sp>
        <p:nvSpPr>
          <p:cNvPr id="57" name="Google Shape;57;p14"/>
          <p:cNvSpPr txBox="1">
            <a:spLocks noGrp="1"/>
          </p:cNvSpPr>
          <p:nvPr>
            <p:ph type="subTitle" idx="1"/>
          </p:nvPr>
        </p:nvSpPr>
        <p:spPr>
          <a:xfrm>
            <a:off x="925650" y="1248050"/>
            <a:ext cx="7292700" cy="188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8" name="Google Shape;58;p14"/>
          <p:cNvSpPr txBox="1">
            <a:spLocks noGrp="1"/>
          </p:cNvSpPr>
          <p:nvPr>
            <p:ph type="title"/>
          </p:nvPr>
        </p:nvSpPr>
        <p:spPr>
          <a:xfrm>
            <a:off x="457200" y="3445725"/>
            <a:ext cx="8113800" cy="1275000"/>
          </a:xfrm>
          <a:prstGeom prst="rect">
            <a:avLst/>
          </a:prstGeom>
          <a:ln>
            <a:noFill/>
          </a:ln>
        </p:spPr>
        <p:txBody>
          <a:bodyPr spcFirstLastPara="1" wrap="square" lIns="91425" tIns="91425" rIns="91425" bIns="91425" anchor="b" anchorCtr="0">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59" name="Google Shape;59;p14" title="grad.png"/>
          <p:cNvPicPr preferRelativeResize="0"/>
          <p:nvPr/>
        </p:nvPicPr>
        <p:blipFill rotWithShape="1">
          <a:blip r:embed="rId2">
            <a:alphaModFix amt="64000"/>
          </a:blip>
          <a:srcRect l="11022" r="13738" b="8155"/>
          <a:stretch/>
        </p:blipFill>
        <p:spPr>
          <a:xfrm rot="-2081560">
            <a:off x="3620825" y="2570478"/>
            <a:ext cx="6626048" cy="57777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ONE_COLUMN_TEXT_1_1">
    <p:spTree>
      <p:nvGrpSpPr>
        <p:cNvPr id="1" name="Shape 60"/>
        <p:cNvGrpSpPr/>
        <p:nvPr/>
      </p:nvGrpSpPr>
      <p:grpSpPr>
        <a:xfrm>
          <a:off x="0" y="0"/>
          <a:ext cx="0" cy="0"/>
          <a:chOff x="0" y="0"/>
          <a:chExt cx="0" cy="0"/>
        </a:xfrm>
      </p:grpSpPr>
      <p:sp>
        <p:nvSpPr>
          <p:cNvPr id="61" name="Google Shape;61;p15"/>
          <p:cNvSpPr txBox="1">
            <a:spLocks noGrp="1"/>
          </p:cNvSpPr>
          <p:nvPr>
            <p:ph type="body" idx="1"/>
          </p:nvPr>
        </p:nvSpPr>
        <p:spPr>
          <a:xfrm>
            <a:off x="845200" y="1199375"/>
            <a:ext cx="4620300" cy="21003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DM Sans"/>
              <a:buChar char="●"/>
              <a:defRPr sz="1400"/>
            </a:lvl1pPr>
            <a:lvl2pPr marL="914400" lvl="1" indent="-317500">
              <a:lnSpc>
                <a:spcPct val="115000"/>
              </a:lnSpc>
              <a:spcBef>
                <a:spcPts val="0"/>
              </a:spcBef>
              <a:spcAft>
                <a:spcPts val="0"/>
              </a:spcAft>
              <a:buSzPts val="1400"/>
              <a:buFont typeface="DM Sans"/>
              <a:buChar char="○"/>
              <a:defRPr/>
            </a:lvl2pPr>
            <a:lvl3pPr marL="1371600" lvl="2" indent="-317500">
              <a:lnSpc>
                <a:spcPct val="115000"/>
              </a:lnSpc>
              <a:spcBef>
                <a:spcPts val="0"/>
              </a:spcBef>
              <a:spcAft>
                <a:spcPts val="0"/>
              </a:spcAft>
              <a:buSzPts val="1400"/>
              <a:buFont typeface="DM Sans"/>
              <a:buChar char="■"/>
              <a:defRPr/>
            </a:lvl3pPr>
            <a:lvl4pPr marL="1828800" lvl="3" indent="-317500">
              <a:lnSpc>
                <a:spcPct val="115000"/>
              </a:lnSpc>
              <a:spcBef>
                <a:spcPts val="0"/>
              </a:spcBef>
              <a:spcAft>
                <a:spcPts val="0"/>
              </a:spcAft>
              <a:buSzPts val="1400"/>
              <a:buFont typeface="DM Sans"/>
              <a:buChar char="●"/>
              <a:defRPr/>
            </a:lvl4pPr>
            <a:lvl5pPr marL="2286000" lvl="4" indent="-317500">
              <a:lnSpc>
                <a:spcPct val="115000"/>
              </a:lnSpc>
              <a:spcBef>
                <a:spcPts val="0"/>
              </a:spcBef>
              <a:spcAft>
                <a:spcPts val="0"/>
              </a:spcAft>
              <a:buSzPts val="1400"/>
              <a:buFont typeface="DM Sans"/>
              <a:buChar char="○"/>
              <a:defRPr/>
            </a:lvl5pPr>
            <a:lvl6pPr marL="2743200" lvl="5" indent="-317500">
              <a:lnSpc>
                <a:spcPct val="115000"/>
              </a:lnSpc>
              <a:spcBef>
                <a:spcPts val="0"/>
              </a:spcBef>
              <a:spcAft>
                <a:spcPts val="0"/>
              </a:spcAft>
              <a:buSzPts val="1400"/>
              <a:buFont typeface="DM Sans"/>
              <a:buChar char="■"/>
              <a:defRPr/>
            </a:lvl6pPr>
            <a:lvl7pPr marL="3200400" lvl="6" indent="-317500">
              <a:lnSpc>
                <a:spcPct val="115000"/>
              </a:lnSpc>
              <a:spcBef>
                <a:spcPts val="0"/>
              </a:spcBef>
              <a:spcAft>
                <a:spcPts val="0"/>
              </a:spcAft>
              <a:buSzPts val="1400"/>
              <a:buFont typeface="DM Sans"/>
              <a:buChar char="●"/>
              <a:defRPr/>
            </a:lvl7pPr>
            <a:lvl8pPr marL="3657600" lvl="7" indent="-317500">
              <a:lnSpc>
                <a:spcPct val="115000"/>
              </a:lnSpc>
              <a:spcBef>
                <a:spcPts val="0"/>
              </a:spcBef>
              <a:spcAft>
                <a:spcPts val="0"/>
              </a:spcAft>
              <a:buSzPts val="1400"/>
              <a:buFont typeface="DM Sans"/>
              <a:buChar char="○"/>
              <a:defRPr/>
            </a:lvl8pPr>
            <a:lvl9pPr marL="4114800" lvl="8" indent="-317500">
              <a:lnSpc>
                <a:spcPct val="115000"/>
              </a:lnSpc>
              <a:spcBef>
                <a:spcPts val="0"/>
              </a:spcBef>
              <a:spcAft>
                <a:spcPts val="0"/>
              </a:spcAft>
              <a:buSzPts val="1400"/>
              <a:buFont typeface="DM Sans"/>
              <a:buChar char="■"/>
              <a:defRPr/>
            </a:lvl9pPr>
          </a:lstStyle>
          <a:p>
            <a:endParaRPr/>
          </a:p>
        </p:txBody>
      </p:sp>
      <p:sp>
        <p:nvSpPr>
          <p:cNvPr id="62" name="Google Shape;62;p15"/>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63" name="Google Shape;63;p15" title="grad.png"/>
          <p:cNvPicPr preferRelativeResize="0"/>
          <p:nvPr/>
        </p:nvPicPr>
        <p:blipFill rotWithShape="1">
          <a:blip r:embed="rId2">
            <a:alphaModFix amt="64000"/>
          </a:blip>
          <a:srcRect l="11022" r="13738" b="8155"/>
          <a:stretch/>
        </p:blipFill>
        <p:spPr>
          <a:xfrm rot="3072118">
            <a:off x="-2614977" y="-1976735"/>
            <a:ext cx="4433905" cy="3866221"/>
          </a:xfrm>
          <a:prstGeom prst="rect">
            <a:avLst/>
          </a:prstGeom>
          <a:noFill/>
          <a:ln>
            <a:noFill/>
          </a:ln>
        </p:spPr>
      </p:pic>
      <p:sp>
        <p:nvSpPr>
          <p:cNvPr id="64" name="Google Shape;64;p15"/>
          <p:cNvSpPr>
            <a:spLocks noGrp="1"/>
          </p:cNvSpPr>
          <p:nvPr>
            <p:ph type="pic" idx="2"/>
          </p:nvPr>
        </p:nvSpPr>
        <p:spPr>
          <a:xfrm>
            <a:off x="5782800" y="1249550"/>
            <a:ext cx="3361200" cy="38940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65"/>
        <p:cNvGrpSpPr/>
        <p:nvPr/>
      </p:nvGrpSpPr>
      <p:grpSpPr>
        <a:xfrm>
          <a:off x="0" y="0"/>
          <a:ext cx="0" cy="0"/>
          <a:chOff x="0" y="0"/>
          <a:chExt cx="0" cy="0"/>
        </a:xfrm>
      </p:grpSpPr>
      <p:pic>
        <p:nvPicPr>
          <p:cNvPr id="66" name="Google Shape;66;p16" title="grad.png"/>
          <p:cNvPicPr preferRelativeResize="0"/>
          <p:nvPr/>
        </p:nvPicPr>
        <p:blipFill rotWithShape="1">
          <a:blip r:embed="rId2">
            <a:alphaModFix amt="64000"/>
          </a:blip>
          <a:srcRect l="11022" r="13738" b="8155"/>
          <a:stretch/>
        </p:blipFill>
        <p:spPr>
          <a:xfrm rot="-8424634">
            <a:off x="172170" y="-2061694"/>
            <a:ext cx="4599704" cy="4010789"/>
          </a:xfrm>
          <a:prstGeom prst="rect">
            <a:avLst/>
          </a:prstGeom>
          <a:noFill/>
          <a:ln>
            <a:noFill/>
          </a:ln>
        </p:spPr>
      </p:pic>
      <p:sp>
        <p:nvSpPr>
          <p:cNvPr id="67" name="Google Shape;67;p16"/>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68"/>
        <p:cNvGrpSpPr/>
        <p:nvPr/>
      </p:nvGrpSpPr>
      <p:grpSpPr>
        <a:xfrm>
          <a:off x="0" y="0"/>
          <a:ext cx="0" cy="0"/>
          <a:chOff x="0" y="0"/>
          <a:chExt cx="0" cy="0"/>
        </a:xfrm>
      </p:grpSpPr>
      <p:pic>
        <p:nvPicPr>
          <p:cNvPr id="69" name="Google Shape;69;p17" title="grad.png"/>
          <p:cNvPicPr preferRelativeResize="0"/>
          <p:nvPr/>
        </p:nvPicPr>
        <p:blipFill rotWithShape="1">
          <a:blip r:embed="rId2">
            <a:alphaModFix amt="64000"/>
          </a:blip>
          <a:srcRect l="11022" r="13738" b="8155"/>
          <a:stretch/>
        </p:blipFill>
        <p:spPr>
          <a:xfrm rot="4050186">
            <a:off x="7011650" y="-2139285"/>
            <a:ext cx="6626046" cy="5777703"/>
          </a:xfrm>
          <a:prstGeom prst="rect">
            <a:avLst/>
          </a:prstGeom>
          <a:noFill/>
          <a:ln>
            <a:noFill/>
          </a:ln>
        </p:spPr>
      </p:pic>
      <p:sp>
        <p:nvSpPr>
          <p:cNvPr id="70" name="Google Shape;70;p17"/>
          <p:cNvSpPr txBox="1">
            <a:spLocks noGrp="1"/>
          </p:cNvSpPr>
          <p:nvPr>
            <p:ph type="title"/>
          </p:nvPr>
        </p:nvSpPr>
        <p:spPr>
          <a:xfrm>
            <a:off x="515100" y="212325"/>
            <a:ext cx="81138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71"/>
        <p:cNvGrpSpPr/>
        <p:nvPr/>
      </p:nvGrpSpPr>
      <p:grpSpPr>
        <a:xfrm>
          <a:off x="0" y="0"/>
          <a:ext cx="0" cy="0"/>
          <a:chOff x="0" y="0"/>
          <a:chExt cx="0" cy="0"/>
        </a:xfrm>
      </p:grpSpPr>
      <p:sp>
        <p:nvSpPr>
          <p:cNvPr id="72" name="Google Shape;72;p18"/>
          <p:cNvSpPr txBox="1">
            <a:spLocks noGrp="1"/>
          </p:cNvSpPr>
          <p:nvPr>
            <p:ph type="subTitle" idx="1"/>
          </p:nvPr>
        </p:nvSpPr>
        <p:spPr>
          <a:xfrm>
            <a:off x="2535450" y="1623725"/>
            <a:ext cx="4131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3" name="Google Shape;73;p18"/>
          <p:cNvSpPr txBox="1">
            <a:spLocks noGrp="1"/>
          </p:cNvSpPr>
          <p:nvPr>
            <p:ph type="subTitle" idx="2"/>
          </p:nvPr>
        </p:nvSpPr>
        <p:spPr>
          <a:xfrm>
            <a:off x="2535450" y="2833200"/>
            <a:ext cx="4131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 name="Google Shape;74;p18"/>
          <p:cNvSpPr txBox="1">
            <a:spLocks noGrp="1"/>
          </p:cNvSpPr>
          <p:nvPr>
            <p:ph type="subTitle" idx="3"/>
          </p:nvPr>
        </p:nvSpPr>
        <p:spPr>
          <a:xfrm>
            <a:off x="2535450" y="4044525"/>
            <a:ext cx="41310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18"/>
          <p:cNvSpPr txBox="1">
            <a:spLocks noGrp="1"/>
          </p:cNvSpPr>
          <p:nvPr>
            <p:ph type="subTitle" idx="4"/>
          </p:nvPr>
        </p:nvSpPr>
        <p:spPr>
          <a:xfrm>
            <a:off x="2535450" y="1302750"/>
            <a:ext cx="4131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6" name="Google Shape;76;p18"/>
          <p:cNvSpPr txBox="1">
            <a:spLocks noGrp="1"/>
          </p:cNvSpPr>
          <p:nvPr>
            <p:ph type="subTitle" idx="5"/>
          </p:nvPr>
        </p:nvSpPr>
        <p:spPr>
          <a:xfrm>
            <a:off x="2535450" y="3723550"/>
            <a:ext cx="4131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7" name="Google Shape;77;p18"/>
          <p:cNvSpPr txBox="1">
            <a:spLocks noGrp="1"/>
          </p:cNvSpPr>
          <p:nvPr>
            <p:ph type="subTitle" idx="6"/>
          </p:nvPr>
        </p:nvSpPr>
        <p:spPr>
          <a:xfrm>
            <a:off x="2535450" y="2513150"/>
            <a:ext cx="41310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8" name="Google Shape;78;p18"/>
          <p:cNvSpPr txBox="1">
            <a:spLocks noGrp="1"/>
          </p:cNvSpPr>
          <p:nvPr>
            <p:ph type="title"/>
          </p:nvPr>
        </p:nvSpPr>
        <p:spPr>
          <a:xfrm>
            <a:off x="486150" y="212325"/>
            <a:ext cx="8171700" cy="644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79" name="Google Shape;79;p18" title="grad.png"/>
          <p:cNvPicPr preferRelativeResize="0"/>
          <p:nvPr/>
        </p:nvPicPr>
        <p:blipFill rotWithShape="1">
          <a:blip r:embed="rId2">
            <a:alphaModFix amt="64000"/>
          </a:blip>
          <a:srcRect l="11022" r="13738" b="8155"/>
          <a:stretch/>
        </p:blipFill>
        <p:spPr>
          <a:xfrm rot="4361546">
            <a:off x="5069624" y="2708649"/>
            <a:ext cx="6626049" cy="57777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80"/>
        <p:cNvGrpSpPr/>
        <p:nvPr/>
      </p:nvGrpSpPr>
      <p:grpSpPr>
        <a:xfrm>
          <a:off x="0" y="0"/>
          <a:ext cx="0" cy="0"/>
          <a:chOff x="0" y="0"/>
          <a:chExt cx="0" cy="0"/>
        </a:xfrm>
      </p:grpSpPr>
      <p:sp>
        <p:nvSpPr>
          <p:cNvPr id="81" name="Google Shape;81;p19"/>
          <p:cNvSpPr txBox="1">
            <a:spLocks noGrp="1"/>
          </p:cNvSpPr>
          <p:nvPr>
            <p:ph type="subTitle" idx="1"/>
          </p:nvPr>
        </p:nvSpPr>
        <p:spPr>
          <a:xfrm>
            <a:off x="1388993" y="1626476"/>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 name="Google Shape;82;p19"/>
          <p:cNvSpPr txBox="1">
            <a:spLocks noGrp="1"/>
          </p:cNvSpPr>
          <p:nvPr>
            <p:ph type="subTitle" idx="2"/>
          </p:nvPr>
        </p:nvSpPr>
        <p:spPr>
          <a:xfrm>
            <a:off x="4982696" y="1626476"/>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 name="Google Shape;83;p19"/>
          <p:cNvSpPr txBox="1">
            <a:spLocks noGrp="1"/>
          </p:cNvSpPr>
          <p:nvPr>
            <p:ph type="subTitle" idx="3"/>
          </p:nvPr>
        </p:nvSpPr>
        <p:spPr>
          <a:xfrm>
            <a:off x="1388993" y="2816631"/>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 name="Google Shape;84;p19"/>
          <p:cNvSpPr txBox="1">
            <a:spLocks noGrp="1"/>
          </p:cNvSpPr>
          <p:nvPr>
            <p:ph type="subTitle" idx="4"/>
          </p:nvPr>
        </p:nvSpPr>
        <p:spPr>
          <a:xfrm>
            <a:off x="4982696" y="4006823"/>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5" name="Google Shape;85;p19"/>
          <p:cNvSpPr txBox="1">
            <a:spLocks noGrp="1"/>
          </p:cNvSpPr>
          <p:nvPr>
            <p:ph type="subTitle" idx="5"/>
          </p:nvPr>
        </p:nvSpPr>
        <p:spPr>
          <a:xfrm>
            <a:off x="1388990" y="4006873"/>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 name="Google Shape;86;p19"/>
          <p:cNvSpPr txBox="1">
            <a:spLocks noGrp="1"/>
          </p:cNvSpPr>
          <p:nvPr>
            <p:ph type="subTitle" idx="6"/>
          </p:nvPr>
        </p:nvSpPr>
        <p:spPr>
          <a:xfrm>
            <a:off x="4982698" y="2816631"/>
            <a:ext cx="2772300" cy="62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9"/>
          <p:cNvSpPr txBox="1">
            <a:spLocks noGrp="1"/>
          </p:cNvSpPr>
          <p:nvPr>
            <p:ph type="subTitle" idx="7"/>
          </p:nvPr>
        </p:nvSpPr>
        <p:spPr>
          <a:xfrm>
            <a:off x="1388998" y="1345450"/>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88" name="Google Shape;88;p19"/>
          <p:cNvSpPr txBox="1">
            <a:spLocks noGrp="1"/>
          </p:cNvSpPr>
          <p:nvPr>
            <p:ph type="subTitle" idx="8"/>
          </p:nvPr>
        </p:nvSpPr>
        <p:spPr>
          <a:xfrm>
            <a:off x="4982698" y="1345450"/>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89" name="Google Shape;89;p19"/>
          <p:cNvSpPr txBox="1">
            <a:spLocks noGrp="1"/>
          </p:cNvSpPr>
          <p:nvPr>
            <p:ph type="subTitle" idx="9"/>
          </p:nvPr>
        </p:nvSpPr>
        <p:spPr>
          <a:xfrm>
            <a:off x="1388988" y="3725847"/>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0" name="Google Shape;90;p19"/>
          <p:cNvSpPr txBox="1">
            <a:spLocks noGrp="1"/>
          </p:cNvSpPr>
          <p:nvPr>
            <p:ph type="subTitle" idx="13"/>
          </p:nvPr>
        </p:nvSpPr>
        <p:spPr>
          <a:xfrm>
            <a:off x="1388998" y="2535655"/>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1" name="Google Shape;91;p19"/>
          <p:cNvSpPr txBox="1">
            <a:spLocks noGrp="1"/>
          </p:cNvSpPr>
          <p:nvPr>
            <p:ph type="subTitle" idx="14"/>
          </p:nvPr>
        </p:nvSpPr>
        <p:spPr>
          <a:xfrm>
            <a:off x="4982705" y="3725847"/>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2" name="Google Shape;92;p19"/>
          <p:cNvSpPr txBox="1">
            <a:spLocks noGrp="1"/>
          </p:cNvSpPr>
          <p:nvPr>
            <p:ph type="subTitle" idx="15"/>
          </p:nvPr>
        </p:nvSpPr>
        <p:spPr>
          <a:xfrm>
            <a:off x="4982702" y="2535655"/>
            <a:ext cx="27723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300">
                <a:solidFill>
                  <a:schemeClr val="dk2"/>
                </a:solidFill>
                <a:latin typeface="Viaoda Libre"/>
                <a:ea typeface="Viaoda Libre"/>
                <a:cs typeface="Viaoda Libre"/>
                <a:sym typeface="Viaoda Libr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3" name="Google Shape;93;p19"/>
          <p:cNvSpPr txBox="1">
            <a:spLocks noGrp="1"/>
          </p:cNvSpPr>
          <p:nvPr>
            <p:ph type="title"/>
          </p:nvPr>
        </p:nvSpPr>
        <p:spPr>
          <a:xfrm>
            <a:off x="457200" y="212325"/>
            <a:ext cx="8171700" cy="644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3500"/>
              <a:buNone/>
              <a:defRPr sz="33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a:endParaRPr/>
          </a:p>
        </p:txBody>
      </p:sp>
      <p:pic>
        <p:nvPicPr>
          <p:cNvPr id="94" name="Google Shape;94;p19" title="grad.png"/>
          <p:cNvPicPr preferRelativeResize="0"/>
          <p:nvPr/>
        </p:nvPicPr>
        <p:blipFill rotWithShape="1">
          <a:blip r:embed="rId2">
            <a:alphaModFix amt="64000"/>
          </a:blip>
          <a:srcRect l="11022" r="13738" b="8155"/>
          <a:stretch/>
        </p:blipFill>
        <p:spPr>
          <a:xfrm rot="-10217320">
            <a:off x="5733322" y="-2469272"/>
            <a:ext cx="6626053" cy="57777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95"/>
        <p:cNvGrpSpPr/>
        <p:nvPr/>
      </p:nvGrpSpPr>
      <p:grpSpPr>
        <a:xfrm>
          <a:off x="0" y="0"/>
          <a:ext cx="0" cy="0"/>
          <a:chOff x="0" y="0"/>
          <a:chExt cx="0" cy="0"/>
        </a:xfrm>
      </p:grpSpPr>
      <p:sp>
        <p:nvSpPr>
          <p:cNvPr id="96" name="Google Shape;96;p20"/>
          <p:cNvSpPr txBox="1">
            <a:spLocks noGrp="1"/>
          </p:cNvSpPr>
          <p:nvPr>
            <p:ph type="title" hasCustomPrompt="1"/>
          </p:nvPr>
        </p:nvSpPr>
        <p:spPr>
          <a:xfrm flipH="1">
            <a:off x="457200" y="535613"/>
            <a:ext cx="3418200" cy="7545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4300" i="1"/>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97" name="Google Shape;97;p20"/>
          <p:cNvSpPr txBox="1">
            <a:spLocks noGrp="1"/>
          </p:cNvSpPr>
          <p:nvPr>
            <p:ph type="subTitle" idx="1"/>
          </p:nvPr>
        </p:nvSpPr>
        <p:spPr>
          <a:xfrm flipH="1">
            <a:off x="457200" y="1143166"/>
            <a:ext cx="3418200" cy="3093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 name="Google Shape;98;p20"/>
          <p:cNvSpPr txBox="1">
            <a:spLocks noGrp="1"/>
          </p:cNvSpPr>
          <p:nvPr>
            <p:ph type="title" idx="2" hasCustomPrompt="1"/>
          </p:nvPr>
        </p:nvSpPr>
        <p:spPr>
          <a:xfrm>
            <a:off x="5268600" y="3691238"/>
            <a:ext cx="3418200" cy="754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200"/>
              <a:buNone/>
              <a:defRPr sz="4300" i="1"/>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99" name="Google Shape;99;p20"/>
          <p:cNvSpPr txBox="1">
            <a:spLocks noGrp="1"/>
          </p:cNvSpPr>
          <p:nvPr>
            <p:ph type="subTitle" idx="3"/>
          </p:nvPr>
        </p:nvSpPr>
        <p:spPr>
          <a:xfrm>
            <a:off x="5268600" y="4298566"/>
            <a:ext cx="3418200" cy="3093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00" name="Google Shape;100;p20" title="grad.png"/>
          <p:cNvPicPr preferRelativeResize="0"/>
          <p:nvPr/>
        </p:nvPicPr>
        <p:blipFill rotWithShape="1">
          <a:blip r:embed="rId2">
            <a:alphaModFix amt="64000"/>
          </a:blip>
          <a:srcRect l="11022" r="13738" b="8155"/>
          <a:stretch/>
        </p:blipFill>
        <p:spPr>
          <a:xfrm rot="-1375060">
            <a:off x="-2000797" y="1668352"/>
            <a:ext cx="6626044" cy="57777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3_1">
    <p:bg>
      <p:bgPr>
        <a:solidFill>
          <a:schemeClr val="lt1"/>
        </a:solidFill>
        <a:effectLst/>
      </p:bgPr>
    </p:bg>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3243050" y="456638"/>
            <a:ext cx="5443500" cy="1035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sz="7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3" name="Google Shape;103;p21"/>
          <p:cNvSpPr txBox="1">
            <a:spLocks noGrp="1"/>
          </p:cNvSpPr>
          <p:nvPr>
            <p:ph type="subTitle" idx="1"/>
          </p:nvPr>
        </p:nvSpPr>
        <p:spPr>
          <a:xfrm>
            <a:off x="4641006" y="1310655"/>
            <a:ext cx="4045800" cy="1231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 name="Google Shape;104;p21"/>
          <p:cNvSpPr txBox="1"/>
          <p:nvPr/>
        </p:nvSpPr>
        <p:spPr>
          <a:xfrm>
            <a:off x="457200" y="3847013"/>
            <a:ext cx="5757300" cy="55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b="1">
                <a:solidFill>
                  <a:schemeClr val="dk1"/>
                </a:solidFill>
                <a:uFill>
                  <a:noFill/>
                </a:uFill>
                <a:latin typeface="Albert Sans"/>
                <a:ea typeface="Albert Sans"/>
                <a:cs typeface="Albert Sans"/>
                <a:sym typeface="Albert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Albert Sans"/>
                <a:ea typeface="Albert Sans"/>
                <a:cs typeface="Albert Sans"/>
                <a:sym typeface="Albert Sans"/>
              </a:rPr>
              <a:t>, and includes icons, infographics &amp; images by </a:t>
            </a:r>
            <a:r>
              <a:rPr lang="en" sz="1200" b="1">
                <a:solidFill>
                  <a:schemeClr val="dk1"/>
                </a:solidFill>
                <a:uFill>
                  <a:noFill/>
                </a:uFill>
                <a:latin typeface="Albert Sans"/>
                <a:ea typeface="Albert Sans"/>
                <a:cs typeface="Albert Sans"/>
                <a:sym typeface="Albert Sans"/>
                <a:hlinkClick r:id="rId3">
                  <a:extLst>
                    <a:ext uri="{A12FA001-AC4F-418D-AE19-62706E023703}">
                      <ahyp:hlinkClr xmlns:ahyp="http://schemas.microsoft.com/office/drawing/2018/hyperlinkcolor" val="tx"/>
                    </a:ext>
                  </a:extLst>
                </a:hlinkClick>
              </a:rPr>
              <a:t>Freepik</a:t>
            </a:r>
            <a:r>
              <a:rPr lang="en" sz="1200" b="1">
                <a:solidFill>
                  <a:schemeClr val="dk1"/>
                </a:solidFill>
                <a:latin typeface="Albert Sans"/>
                <a:ea typeface="Albert Sans"/>
                <a:cs typeface="Albert Sans"/>
                <a:sym typeface="Albert Sans"/>
              </a:rPr>
              <a:t> </a:t>
            </a:r>
            <a:endParaRPr sz="1200" b="1" u="sng">
              <a:solidFill>
                <a:schemeClr val="dk1"/>
              </a:solidFill>
              <a:latin typeface="Albert Sans"/>
              <a:ea typeface="Albert Sans"/>
              <a:cs typeface="Albert Sans"/>
              <a:sym typeface="Albert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0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0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1pPr>
            <a:lvl2pPr lvl="1"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2pPr>
            <a:lvl3pPr lvl="2"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3pPr>
            <a:lvl4pPr lvl="3"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4pPr>
            <a:lvl5pPr lvl="4"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5pPr>
            <a:lvl6pPr lvl="5"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6pPr>
            <a:lvl7pPr lvl="6"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7pPr>
            <a:lvl8pPr lvl="7"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8pPr>
            <a:lvl9pPr lvl="8" rtl="0">
              <a:spcBef>
                <a:spcPts val="0"/>
              </a:spcBef>
              <a:spcAft>
                <a:spcPts val="0"/>
              </a:spcAft>
              <a:buClr>
                <a:schemeClr val="dk1"/>
              </a:buClr>
              <a:buSzPts val="3500"/>
              <a:buFont typeface="Viaoda Libre"/>
              <a:buNone/>
              <a:defRPr sz="3500">
                <a:solidFill>
                  <a:schemeClr val="dk1"/>
                </a:solidFill>
                <a:latin typeface="Viaoda Libre"/>
                <a:ea typeface="Viaoda Libre"/>
                <a:cs typeface="Viaoda Libre"/>
                <a:sym typeface="Viaoda Libr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4"/>
          <p:cNvSpPr txBox="1">
            <a:spLocks noGrp="1"/>
          </p:cNvSpPr>
          <p:nvPr>
            <p:ph type="subTitle" idx="1"/>
          </p:nvPr>
        </p:nvSpPr>
        <p:spPr>
          <a:xfrm flipH="1">
            <a:off x="457200" y="4391750"/>
            <a:ext cx="4215600" cy="38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Miranda Lachniet — GD 491</a:t>
            </a:r>
            <a:endParaRPr/>
          </a:p>
        </p:txBody>
      </p:sp>
      <p:sp>
        <p:nvSpPr>
          <p:cNvPr id="112" name="Google Shape;112;p24"/>
          <p:cNvSpPr txBox="1">
            <a:spLocks noGrp="1"/>
          </p:cNvSpPr>
          <p:nvPr>
            <p:ph type="ctrTitle"/>
          </p:nvPr>
        </p:nvSpPr>
        <p:spPr>
          <a:xfrm rot="130" flipH="1">
            <a:off x="457525" y="368058"/>
            <a:ext cx="7931100" cy="243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sz="4400">
                <a:latin typeface="AMORIA"/>
              </a:defRPr>
            </a:pPr>
            <a:r>
              <a:rPr lang="en" dirty="0" sz="4400">
                <a:latin typeface="AMORIA"/>
              </a:rPr>
              <a:t>The “AI ISSUE”</a:t>
            </a:r>
            <a:br>
              <a:rPr lang="en" dirty="0"/>
            </a:br>
            <a:r>
              <a:rPr lang="en" dirty="0" sz="4400">
                <a:latin typeface="AMORIA"/>
              </a:rPr>
              <a:t>Zine</a:t>
            </a:r>
            <a:endParaRPr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5"/>
          <p:cNvSpPr txBox="1">
            <a:spLocks noGrp="1"/>
          </p:cNvSpPr>
          <p:nvPr>
            <p:ph type="subTitle" idx="1"/>
          </p:nvPr>
        </p:nvSpPr>
        <p:spPr>
          <a:xfrm flipH="1">
            <a:off x="403719" y="305552"/>
            <a:ext cx="4999800" cy="3840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dirty="0"/>
              <a:t>Going into this class, I had a general idea of how AI worked. Taking this class opened my eyes to the practical realities of things like data centers, the materials used to make our phones, and the socio-political role of AI. In all of my design responses, I wanted to focus on moments of clarity in this class. Based off our class conversations, as well as conversations outside of class, I felt that communicating these issues was an important priority for us as designers. For my final design, I merged everything from this class and my design responses into one piece of physical media.</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6"/>
          <p:cNvSpPr txBox="1">
            <a:spLocks noGrp="1"/>
          </p:cNvSpPr>
          <p:nvPr>
            <p:ph type="subTitle" idx="1"/>
          </p:nvPr>
        </p:nvSpPr>
        <p:spPr>
          <a:xfrm>
            <a:off x="1714500" y="1558775"/>
            <a:ext cx="62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dirty="0"/>
              <a:t>Making an approachable project was my foremost consideration gong into this project. I felt it was better to meet people where they were at and convey this information, than to push them away immediately.</a:t>
            </a:r>
            <a:endParaRPr dirty="0"/>
          </a:p>
          <a:p>
            <a:pPr marL="0" lvl="0" indent="0" algn="ctr" rtl="0">
              <a:spcBef>
                <a:spcPts val="0"/>
              </a:spcBef>
              <a:spcAft>
                <a:spcPts val="0"/>
              </a:spcAft>
              <a:buClr>
                <a:schemeClr val="lt1"/>
              </a:buClr>
              <a:buSzPts val="1100"/>
              <a:buFont typeface="Arial"/>
              <a:buNone/>
            </a:pPr>
            <a:endParaRPr dirty="0"/>
          </a:p>
          <a:p>
            <a:pPr marL="0" lvl="0" indent="0" algn="ctr" rtl="0">
              <a:spcBef>
                <a:spcPts val="0"/>
              </a:spcBef>
              <a:spcAft>
                <a:spcPts val="0"/>
              </a:spcAft>
              <a:buClr>
                <a:schemeClr val="lt1"/>
              </a:buClr>
              <a:buSzPts val="1100"/>
              <a:buFont typeface="Arial"/>
              <a:buNone/>
            </a:pPr>
            <a:r>
              <a:rPr lang="en" dirty="0"/>
              <a:t>Part of this was appealing to aesthetic. The cover is meant to be vague and appealing to magazine styles, like Vogue, hence “issue.”  I wanted the dover and contents to be eye catching and appealing to anyone</a:t>
            </a:r>
            <a:endParaRPr dirty="0"/>
          </a:p>
        </p:txBody>
      </p:sp>
      <p:sp>
        <p:nvSpPr>
          <p:cNvPr id="123" name="Google Shape;123;p26"/>
          <p:cNvSpPr txBox="1">
            <a:spLocks noGrp="1"/>
          </p:cNvSpPr>
          <p:nvPr>
            <p:ph type="subTitle" idx="2"/>
          </p:nvPr>
        </p:nvSpPr>
        <p:spPr>
          <a:xfrm>
            <a:off x="2535450" y="3752100"/>
            <a:ext cx="4131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a:t>The other key element in my approach was breaking down AI, and its issues, in an easily comprehensible way to the average person who is unfamiliar with the complexities of AI.</a:t>
            </a:r>
            <a:endParaRPr/>
          </a:p>
        </p:txBody>
      </p:sp>
      <p:sp>
        <p:nvSpPr>
          <p:cNvPr id="124" name="Google Shape;124;p26"/>
          <p:cNvSpPr txBox="1">
            <a:spLocks noGrp="1"/>
          </p:cNvSpPr>
          <p:nvPr>
            <p:ph type="subTitle" idx="4"/>
          </p:nvPr>
        </p:nvSpPr>
        <p:spPr>
          <a:xfrm>
            <a:off x="2535450" y="984100"/>
            <a:ext cx="41310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sz="2500">
                <a:latin typeface="AMORIA"/>
              </a:defRPr>
            </a:pPr>
            <a:r>
              <a:rPr lang="en" sz="2500">
                <a:latin typeface="AMORIA"/>
              </a:rPr>
              <a:t>Approachability</a:t>
            </a:r>
            <a:endParaRPr/>
          </a:p>
        </p:txBody>
      </p:sp>
      <p:sp>
        <p:nvSpPr>
          <p:cNvPr id="125" name="Google Shape;125;p26"/>
          <p:cNvSpPr txBox="1">
            <a:spLocks noGrp="1"/>
          </p:cNvSpPr>
          <p:nvPr>
            <p:ph type="subTitle" idx="6"/>
          </p:nvPr>
        </p:nvSpPr>
        <p:spPr>
          <a:xfrm>
            <a:off x="2506500" y="3252750"/>
            <a:ext cx="41310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defRPr sz="2500">
                <a:latin typeface="AMORIA"/>
              </a:defRPr>
            </a:pPr>
            <a:r>
              <a:rPr lang="en" sz="2500">
                <a:latin typeface="AMORIA"/>
              </a:rPr>
              <a:t>Accessibility</a:t>
            </a:r>
            <a:endParaRPr/>
          </a:p>
        </p:txBody>
      </p:sp>
      <p:sp>
        <p:nvSpPr>
          <p:cNvPr id="126" name="Google Shape;126;p26"/>
          <p:cNvSpPr txBox="1">
            <a:spLocks noGrp="1"/>
          </p:cNvSpPr>
          <p:nvPr>
            <p:ph type="title"/>
          </p:nvPr>
        </p:nvSpPr>
        <p:spPr>
          <a:xfrm>
            <a:off x="486150" y="212325"/>
            <a:ext cx="8171700" cy="64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defRPr sz="2600">
                <a:latin typeface="AMORIA"/>
              </a:defRPr>
            </a:pPr>
            <a:r>
              <a:rPr lang="en" sz="2600">
                <a:latin typeface="AMORIA"/>
              </a:rPr>
              <a:t>Project Philosophy and Intent</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7"/>
          <p:cNvSpPr txBox="1">
            <a:spLocks noGrp="1"/>
          </p:cNvSpPr>
          <p:nvPr>
            <p:ph type="body" idx="1"/>
          </p:nvPr>
        </p:nvSpPr>
        <p:spPr>
          <a:xfrm>
            <a:off x="845200" y="857025"/>
            <a:ext cx="4802700" cy="265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273D40"/>
              </a:buClr>
              <a:buSzPts val="600"/>
              <a:buFont typeface="Arial"/>
              <a:buNone/>
            </a:pPr>
            <a:r>
              <a:rPr lang="en" dirty="0"/>
              <a:t>My first step was to identify which issues pertaining to AI I wanted to focus on. Initially, I wanted this project to have many subjects, but I realized that my intent of approachability and accessibility conflicted with this goal. I decided, after conversations in class, with friends and family, and online, that I wanted to focus on educating people about LLM’s specifically, because it’s the most common form people interact with and associate AI with. </a:t>
            </a:r>
            <a:endParaRPr dirty="0"/>
          </a:p>
          <a:p>
            <a:pPr marL="0" lvl="0" indent="0" algn="l" rtl="0">
              <a:spcBef>
                <a:spcPts val="1600"/>
              </a:spcBef>
              <a:spcAft>
                <a:spcPts val="0"/>
              </a:spcAft>
              <a:buClr>
                <a:srgbClr val="273D40"/>
              </a:buClr>
              <a:buSzPts val="600"/>
              <a:buFont typeface="Arial"/>
              <a:buNone/>
            </a:pPr>
            <a:r>
              <a:rPr lang="en" dirty="0"/>
              <a:t>I wanted people to understand how AI “thinks” and gets the answers it gets, so that they can use that framework going forward when using and engaging with AI. The intent of this project is not to teach everything there is to know, but to set people up with the curiosity, questions, and resources to go off on their own and investigate AI, and hopefully be critical of their own AI usage.</a:t>
            </a:r>
            <a:endParaRPr dirty="0"/>
          </a:p>
          <a:p>
            <a:pPr marL="241300" lvl="0" indent="0" algn="l" rtl="0">
              <a:spcBef>
                <a:spcPts val="1600"/>
              </a:spcBef>
              <a:spcAft>
                <a:spcPts val="0"/>
              </a:spcAft>
              <a:buNone/>
            </a:pPr>
            <a:endParaRPr dirty="0"/>
          </a:p>
        </p:txBody>
      </p:sp>
      <p:sp>
        <p:nvSpPr>
          <p:cNvPr id="132" name="Google Shape;132;p27"/>
          <p:cNvSpPr txBox="1">
            <a:spLocks noGrp="1"/>
          </p:cNvSpPr>
          <p:nvPr>
            <p:ph type="title"/>
          </p:nvPr>
        </p:nvSpPr>
        <p:spPr>
          <a:xfrm>
            <a:off x="515100" y="212325"/>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sz="3000">
                <a:latin typeface="AMORIA"/>
              </a:defRPr>
            </a:pPr>
            <a:r>
              <a:rPr lang="en" sz="3000">
                <a:latin typeface="AMORIA"/>
              </a:rPr>
              <a:t>Initial plans</a:t>
            </a:r>
            <a:endParaRPr i="1"/>
          </a:p>
        </p:txBody>
      </p:sp>
      <p:pic>
        <p:nvPicPr>
          <p:cNvPr id="133" name="Google Shape;133;p27" title="Minimal Gradient by Slidesgo (2).jpg"/>
          <p:cNvPicPr preferRelativeResize="0">
            <a:picLocks noGrp="1"/>
          </p:cNvPicPr>
          <p:nvPr>
            <p:ph type="pic" idx="2"/>
          </p:nvPr>
        </p:nvPicPr>
        <p:blipFill rotWithShape="1">
          <a:blip r:embed="rId3">
            <a:alphaModFix/>
          </a:blip>
          <a:srcRect l="20913" r="40200" b="19910"/>
          <a:stretch/>
        </p:blipFill>
        <p:spPr>
          <a:xfrm>
            <a:off x="5782800" y="1249550"/>
            <a:ext cx="3361200" cy="3893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8"/>
          <p:cNvSpPr txBox="1">
            <a:spLocks noGrp="1"/>
          </p:cNvSpPr>
          <p:nvPr>
            <p:ph type="subTitle" idx="4"/>
          </p:nvPr>
        </p:nvSpPr>
        <p:spPr>
          <a:xfrm>
            <a:off x="1836175" y="1256175"/>
            <a:ext cx="5918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Beyond educating people about LLM’s, I also wanted to hone in the two issues which I thought were most important, those being:</a:t>
            </a:r>
            <a:endParaRPr/>
          </a:p>
        </p:txBody>
      </p:sp>
      <p:sp>
        <p:nvSpPr>
          <p:cNvPr id="139" name="Google Shape;139;p28"/>
          <p:cNvSpPr/>
          <p:nvPr/>
        </p:nvSpPr>
        <p:spPr>
          <a:xfrm>
            <a:off x="1410350" y="1890950"/>
            <a:ext cx="1993500" cy="7341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sz="3000">
                <a:latin typeface="AMORIA"/>
              </a:defRPr>
            </a:pPr>
            <a:r>
              <a:rPr lang="en" sz="3000" b="1" u="sng">
                <a:solidFill>
                  <a:schemeClr val="dk2"/>
                </a:solidFill>
                <a:latin typeface="AMORIA"/>
                <a:ea typeface="DM Sans"/>
                <a:cs typeface="DM Sans"/>
                <a:sym typeface="DM Sans"/>
              </a:rPr>
              <a:t>AI Sycophancy</a:t>
            </a:r>
            <a:endParaRPr sz="1700" b="1" u="sng">
              <a:solidFill>
                <a:schemeClr val="dk2"/>
              </a:solidFill>
              <a:latin typeface="DM Sans"/>
              <a:ea typeface="DM Sans"/>
              <a:cs typeface="DM Sans"/>
              <a:sym typeface="DM Sans"/>
            </a:endParaRPr>
          </a:p>
        </p:txBody>
      </p:sp>
      <p:sp>
        <p:nvSpPr>
          <p:cNvPr id="140" name="Google Shape;140;p28"/>
          <p:cNvSpPr/>
          <p:nvPr/>
        </p:nvSpPr>
        <p:spPr>
          <a:xfrm>
            <a:off x="5737400" y="1890950"/>
            <a:ext cx="2909100" cy="734100"/>
          </a:xfrm>
          <a:prstGeom prst="roundRect">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sz="2500">
                <a:latin typeface="AMORIA"/>
              </a:defRPr>
            </a:pPr>
            <a:r>
              <a:rPr lang="en" sz="2500" b="1" u="sng">
                <a:solidFill>
                  <a:schemeClr val="dk2"/>
                </a:solidFill>
                <a:latin typeface="AMORIA"/>
                <a:ea typeface="DM Sans"/>
                <a:cs typeface="DM Sans"/>
                <a:sym typeface="DM Sans"/>
              </a:rPr>
              <a:t>Environmental Impact</a:t>
            </a:r>
            <a:endParaRPr sz="1700" b="1" u="sng">
              <a:solidFill>
                <a:schemeClr val="dk2"/>
              </a:solidFill>
              <a:latin typeface="DM Sans"/>
              <a:ea typeface="DM Sans"/>
              <a:cs typeface="DM Sans"/>
              <a:sym typeface="DM Sans"/>
            </a:endParaRPr>
          </a:p>
        </p:txBody>
      </p:sp>
      <p:sp>
        <p:nvSpPr>
          <p:cNvPr id="141" name="Google Shape;141;p28"/>
          <p:cNvSpPr txBox="1">
            <a:spLocks noGrp="1"/>
          </p:cNvSpPr>
          <p:nvPr>
            <p:ph type="subTitle" idx="4"/>
          </p:nvPr>
        </p:nvSpPr>
        <p:spPr>
          <a:xfrm>
            <a:off x="1612800" y="2115075"/>
            <a:ext cx="5918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&amp;</a:t>
            </a:r>
            <a:endParaRPr/>
          </a:p>
        </p:txBody>
      </p:sp>
      <p:sp>
        <p:nvSpPr>
          <p:cNvPr id="142" name="Google Shape;142;p28"/>
          <p:cNvSpPr txBox="1">
            <a:spLocks noGrp="1"/>
          </p:cNvSpPr>
          <p:nvPr>
            <p:ph type="subTitle" idx="4"/>
          </p:nvPr>
        </p:nvSpPr>
        <p:spPr>
          <a:xfrm>
            <a:off x="1769775" y="3892775"/>
            <a:ext cx="59184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This is where I began to incorporate Katie Singer’s substack into the research portion.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9"/>
          <p:cNvSpPr txBox="1">
            <a:spLocks noGrp="1"/>
          </p:cNvSpPr>
          <p:nvPr>
            <p:ph type="body" idx="1"/>
          </p:nvPr>
        </p:nvSpPr>
        <p:spPr>
          <a:xfrm>
            <a:off x="309941" y="407639"/>
            <a:ext cx="4802700" cy="2655600"/>
          </a:xfrm>
          <a:prstGeom prst="rect">
            <a:avLst/>
          </a:prstGeom>
        </p:spPr>
        <p:txBody>
          <a:bodyPr spcFirstLastPara="1" wrap="square" lIns="91425" tIns="91425" rIns="91425" bIns="91425" anchor="t" anchorCtr="0">
            <a:noAutofit/>
          </a:bodyPr>
          <a:lstStyle/>
          <a:p>
            <a:pPr marL="241300" lvl="0" indent="0" algn="l" rtl="0">
              <a:lnSpc>
                <a:spcPct val="150000"/>
              </a:lnSpc>
              <a:spcBef>
                <a:spcPts val="0"/>
              </a:spcBef>
              <a:spcAft>
                <a:spcPts val="0"/>
              </a:spcAft>
              <a:buNone/>
            </a:pPr>
            <a:r>
              <a:rPr lang="en" dirty="0"/>
              <a:t>Distribution and reception heavily influenced the direction of the project. Initially, this was going to be an interactive website, but I found that difficult to navigate and wanted to appeal to the sort of person who wouldn’t navigate to a website about AI in the first place. I was inspired by the physical media being made for design responses in this class, and decided to pivot to an easily distributable and readable mode of communication: zines. Zines can be left around and catch the eye of possible readers, and could be left around campus. My hope with a zine is that someone would be curious, pick it up, and learn something, or at least cause them to think critically, about AI.</a:t>
            </a:r>
            <a:endParaRPr dirty="0"/>
          </a:p>
        </p:txBody>
      </p:sp>
      <p:sp>
        <p:nvSpPr>
          <p:cNvPr id="148" name="Google Shape;148;p29"/>
          <p:cNvSpPr txBox="1">
            <a:spLocks noGrp="1"/>
          </p:cNvSpPr>
          <p:nvPr>
            <p:ph type="title"/>
          </p:nvPr>
        </p:nvSpPr>
        <p:spPr>
          <a:xfrm>
            <a:off x="5413724" y="290383"/>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sz="3000">
                <a:latin typeface="AMORIA"/>
              </a:defRPr>
            </a:pPr>
            <a:r>
              <a:rPr lang="en" dirty="0" sz="3000">
                <a:latin typeface="AMORIA"/>
              </a:rPr>
              <a:t>Development</a:t>
            </a:r>
            <a:endParaRPr i="1" dirty="0"/>
          </a:p>
        </p:txBody>
      </p:sp>
      <p:pic>
        <p:nvPicPr>
          <p:cNvPr id="149" name="Google Shape;149;p29" title="Minimal Gradient by Slidesgo (2).jpg"/>
          <p:cNvPicPr preferRelativeResize="0">
            <a:picLocks noGrp="1"/>
          </p:cNvPicPr>
          <p:nvPr>
            <p:ph type="pic" idx="2"/>
          </p:nvPr>
        </p:nvPicPr>
        <p:blipFill rotWithShape="1">
          <a:blip r:embed="rId3">
            <a:alphaModFix/>
          </a:blip>
          <a:srcRect l="20913" r="40200" b="19910"/>
          <a:stretch/>
        </p:blipFill>
        <p:spPr>
          <a:xfrm>
            <a:off x="5782800" y="1249550"/>
            <a:ext cx="3361200" cy="3893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0"/>
          <p:cNvSpPr txBox="1">
            <a:spLocks noGrp="1"/>
          </p:cNvSpPr>
          <p:nvPr>
            <p:ph type="body" idx="1"/>
          </p:nvPr>
        </p:nvSpPr>
        <p:spPr>
          <a:xfrm>
            <a:off x="959851" y="1017689"/>
            <a:ext cx="4802700" cy="2655600"/>
          </a:xfrm>
          <a:prstGeom prst="rect">
            <a:avLst/>
          </a:prstGeom>
        </p:spPr>
        <p:txBody>
          <a:bodyPr spcFirstLastPara="1" wrap="square" lIns="91425" tIns="91425" rIns="91425" bIns="91425" anchor="t" anchorCtr="0">
            <a:noAutofit/>
          </a:bodyPr>
          <a:lstStyle/>
          <a:p>
            <a:pPr marL="241300" lvl="0" indent="0" algn="l" rtl="0">
              <a:lnSpc>
                <a:spcPct val="150000"/>
              </a:lnSpc>
              <a:spcBef>
                <a:spcPts val="0"/>
              </a:spcBef>
              <a:spcAft>
                <a:spcPts val="0"/>
              </a:spcAft>
              <a:buNone/>
            </a:pPr>
            <a:r>
              <a:rPr lang="en" dirty="0"/>
              <a:t>Because the core philosophy and intent of the project remained the same, I was able to incorporate the work I did in class throughout the project. I merged my first idea of a website dissuading AI use co opting the aesthetics of sleek AI websites with eye catching memes that make fun of perceptions about AI. Then, I began pulling quotes from Katie Singer which would best elevate my point. While I did this, I researched AI from a diverse array of resources to fact check my writing. </a:t>
            </a:r>
            <a:endParaRPr dirty="0"/>
          </a:p>
        </p:txBody>
      </p:sp>
      <p:sp>
        <p:nvSpPr>
          <p:cNvPr id="155" name="Google Shape;155;p30"/>
          <p:cNvSpPr txBox="1">
            <a:spLocks noGrp="1"/>
          </p:cNvSpPr>
          <p:nvPr>
            <p:ph type="title"/>
          </p:nvPr>
        </p:nvSpPr>
        <p:spPr>
          <a:xfrm>
            <a:off x="515100" y="212325"/>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sz="2500">
                <a:latin typeface="AMORIA"/>
              </a:defRPr>
            </a:pPr>
            <a:r>
              <a:rPr lang="en" dirty="0" sz="2500">
                <a:latin typeface="AMORIA"/>
              </a:rPr>
              <a:t>Stages of development</a:t>
            </a:r>
            <a:endParaRPr i="1" dirty="0"/>
          </a:p>
        </p:txBody>
      </p:sp>
      <p:pic>
        <p:nvPicPr>
          <p:cNvPr id="156" name="Google Shape;156;p30" title="Minimal Gradient by Slidesgo (2).jpg"/>
          <p:cNvPicPr preferRelativeResize="0">
            <a:picLocks noGrp="1"/>
          </p:cNvPicPr>
          <p:nvPr>
            <p:ph type="pic" idx="2"/>
          </p:nvPr>
        </p:nvPicPr>
        <p:blipFill rotWithShape="1">
          <a:blip r:embed="rId3">
            <a:alphaModFix/>
          </a:blip>
          <a:srcRect l="20913" r="40200" b="19910"/>
          <a:stretch/>
        </p:blipFill>
        <p:spPr>
          <a:xfrm>
            <a:off x="5782800" y="1249550"/>
            <a:ext cx="3361200" cy="3893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3" name="Google Shape;163;p31" title="Screen Shot 2025-12-09 at 11.40.57 AM.png"/>
          <p:cNvPicPr preferRelativeResize="0"/>
          <p:nvPr/>
        </p:nvPicPr>
        <p:blipFill>
          <a:blip r:embed="rId3">
            <a:alphaModFix/>
          </a:blip>
          <a:stretch>
            <a:fillRect/>
          </a:stretch>
        </p:blipFill>
        <p:spPr>
          <a:xfrm>
            <a:off x="873781" y="88809"/>
            <a:ext cx="7396437" cy="496588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2"/>
          <p:cNvSpPr txBox="1">
            <a:spLocks noGrp="1"/>
          </p:cNvSpPr>
          <p:nvPr>
            <p:ph type="title"/>
          </p:nvPr>
        </p:nvSpPr>
        <p:spPr>
          <a:xfrm flipH="1">
            <a:off x="457325" y="535625"/>
            <a:ext cx="5580300" cy="75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lt1"/>
              </a:buClr>
              <a:buSzPts val="1100"/>
              <a:buFont typeface="Arial"/>
              <a:buNone/>
              <a:defRPr sz="3000">
                <a:latin typeface="AMORIA"/>
              </a:defRPr>
            </a:pPr>
            <a:r>
              <a:rPr lang="en" sz="3000">
                <a:latin typeface="AMORIA"/>
              </a:rPr>
              <a:t>Optics</a:t>
            </a:r>
            <a:endParaRPr/>
          </a:p>
        </p:txBody>
      </p:sp>
      <p:sp>
        <p:nvSpPr>
          <p:cNvPr id="169" name="Google Shape;169;p32"/>
          <p:cNvSpPr txBox="1">
            <a:spLocks noGrp="1"/>
          </p:cNvSpPr>
          <p:nvPr>
            <p:ph type="subTitle" idx="1"/>
          </p:nvPr>
        </p:nvSpPr>
        <p:spPr>
          <a:xfrm flipH="1">
            <a:off x="457325" y="1238400"/>
            <a:ext cx="6594300" cy="2666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lt1"/>
              </a:buClr>
              <a:buSzPts val="1100"/>
              <a:buFont typeface="Arial"/>
              <a:buNone/>
              <a:defRPr sz="3000">
                <a:latin typeface="AMORIA"/>
              </a:defRPr>
            </a:pPr>
            <a:r>
              <a:rPr lang="en" dirty="0" sz="3000">
                <a:latin typeface="AMORIA"/>
              </a:rPr>
              <a:t>Optics are an important but difficult part in making political change, like the sort of change necessary for preventing the issues coming from AI. Confronting hard truths can be difficult and put people off from the movement. However, passivity can fail a movement as well. In this project, I tried to a balance between coddling readers to the point of futility and being harsh to the point where they wouldn’t want to engage with these issues in the first place. Addressing the AI issue requires a level of bluntness and forwardness, because it is causing tangible harm, but I think there is a way to be assertive about the truth without coming off as harsh or judgmental.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3"/>
          <p:cNvSpPr txBox="1">
            <a:spLocks noGrp="1"/>
          </p:cNvSpPr>
          <p:nvPr>
            <p:ph type="title"/>
          </p:nvPr>
        </p:nvSpPr>
        <p:spPr>
          <a:xfrm flipH="1">
            <a:off x="457325" y="535625"/>
            <a:ext cx="5580300" cy="75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lt1"/>
              </a:buClr>
              <a:buSzPts val="1100"/>
              <a:buFont typeface="Arial"/>
              <a:buNone/>
              <a:defRPr sz="2500">
                <a:latin typeface="AMORIA"/>
              </a:defRPr>
            </a:pPr>
            <a:r>
              <a:rPr lang="en" sz="2500">
                <a:latin typeface="AMORIA"/>
              </a:rPr>
              <a:t>The issue of distilling</a:t>
            </a:r>
            <a:endParaRPr/>
          </a:p>
        </p:txBody>
      </p:sp>
      <p:sp>
        <p:nvSpPr>
          <p:cNvPr id="175" name="Google Shape;175;p33"/>
          <p:cNvSpPr txBox="1">
            <a:spLocks noGrp="1"/>
          </p:cNvSpPr>
          <p:nvPr>
            <p:ph type="subTitle" idx="1"/>
          </p:nvPr>
        </p:nvSpPr>
        <p:spPr>
          <a:xfrm flipH="1">
            <a:off x="457275" y="1143225"/>
            <a:ext cx="6594300" cy="26667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lt1"/>
              </a:buClr>
              <a:buSzPts val="1100"/>
              <a:buFont typeface="Arial"/>
              <a:buNone/>
            </a:pPr>
            <a:r>
              <a:rPr lang="en" dirty="0"/>
              <a:t>One immediate issue with approaching AI with people unfamiliar with AI who may uncritically use it, is that it is difficult not to come off as </a:t>
            </a:r>
            <a:r>
              <a:rPr lang="en" dirty="0" err="1"/>
              <a:t>judgemental</a:t>
            </a:r>
            <a:r>
              <a:rPr lang="en" dirty="0"/>
              <a:t> or didactic. Because of the inherent level of harm in AI use, in the writing and rewriting phases I tried to continually approach the project from the perspective of someone who uses but doesn't necessarily understand the harms of AI. While the damage done by AI use are important, I wanted this project to be a </a:t>
            </a:r>
            <a:r>
              <a:rPr lang="en" dirty="0" err="1"/>
              <a:t>judgementless</a:t>
            </a:r>
            <a:r>
              <a:rPr lang="en" dirty="0"/>
              <a:t> feeling appraisal of the value of AI that will cause people to begin looking into and critically thinking about AI, without being turned off by shame or embarrassment.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34"/>
          <p:cNvSpPr txBox="1">
            <a:spLocks noGrp="1"/>
          </p:cNvSpPr>
          <p:nvPr>
            <p:ph type="body" idx="1"/>
          </p:nvPr>
        </p:nvSpPr>
        <p:spPr>
          <a:xfrm>
            <a:off x="829825" y="978300"/>
            <a:ext cx="7410926" cy="3186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dirty="0"/>
              <a:t>In this class, we focused on many of the issues surrounding AI. One issue with discussing AI is that it is inherently a conversation about capitalism. Under a capitalist system, technologies are developed by and for the profit of the ruling class. The way these technologies are used, and the impact they have, is determined by a handful of powerful people trying to make a profit. AI is a manifestation of the destructive and subsuming properties of late stage capitalism, where building data centers that will likely one day be abandoned, and destroying the environment, is a means to a quarterly end. The units we worked on reflect this, whether its social or environmental or political. When approaching this project, I didn’t want to think of it as just an AI issue, but a larger structural issue. While these structural critiques are not the focus of the text, this understanding was important in empathizing with users.</a:t>
            </a:r>
            <a:endParaRPr dirty="0"/>
          </a:p>
        </p:txBody>
      </p:sp>
      <p:sp>
        <p:nvSpPr>
          <p:cNvPr id="181" name="Google Shape;181;p34"/>
          <p:cNvSpPr txBox="1">
            <a:spLocks noGrp="1"/>
          </p:cNvSpPr>
          <p:nvPr>
            <p:ph type="title"/>
          </p:nvPr>
        </p:nvSpPr>
        <p:spPr>
          <a:xfrm>
            <a:off x="515100" y="212325"/>
            <a:ext cx="8113800" cy="6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5"/>
          <p:cNvSpPr txBox="1">
            <a:spLocks noGrp="1"/>
          </p:cNvSpPr>
          <p:nvPr>
            <p:ph type="subTitle" idx="1"/>
          </p:nvPr>
        </p:nvSpPr>
        <p:spPr>
          <a:xfrm flipH="1">
            <a:off x="457525" y="4145200"/>
            <a:ext cx="4215600" cy="38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Thank you for your time! Comments, questions, or feedback?</a:t>
            </a:r>
            <a:endParaRPr dirty="0"/>
          </a:p>
        </p:txBody>
      </p:sp>
      <p:sp>
        <p:nvSpPr>
          <p:cNvPr id="188" name="Google Shape;188;p35"/>
          <p:cNvSpPr txBox="1">
            <a:spLocks noGrp="1"/>
          </p:cNvSpPr>
          <p:nvPr>
            <p:ph type="ctrTitle"/>
          </p:nvPr>
        </p:nvSpPr>
        <p:spPr>
          <a:xfrm rot="130" flipH="1">
            <a:off x="457525" y="368058"/>
            <a:ext cx="7931100" cy="2430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defRPr sz="4400">
                <a:latin typeface="AMORIA"/>
              </a:defRPr>
            </a:pPr>
            <a:r>
              <a:rPr lang="en" dirty="0" sz="4400">
                <a:latin typeface="AMORIA"/>
              </a:rPr>
              <a:t>The “AI ISSUE”</a:t>
            </a:r>
            <a:br>
              <a:rPr lang="en" dirty="0"/>
            </a:br>
            <a:r>
              <a:rPr lang="en" dirty="0" sz="4400">
                <a:latin typeface="AMORIA"/>
              </a:rPr>
              <a:t>Zine</a:t>
            </a:r>
            <a:endParaRPr i="1" dirty="0"/>
          </a:p>
        </p:txBody>
      </p:sp>
    </p:spTree>
  </p:cSld>
  <p:clrMapOvr>
    <a:masterClrMapping/>
  </p:clrMapOvr>
</p:sld>
</file>

<file path=ppt/theme/theme1.xml><?xml version="1.0" encoding="utf-8"?>
<a:theme xmlns:a="http://schemas.openxmlformats.org/drawingml/2006/main"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1141</Words>
  <Application>Microsoft Macintosh PowerPoint</Application>
  <PresentationFormat>On-screen Show (16:9)</PresentationFormat>
  <Paragraphs>29</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Darker Grotesque SemiBold</vt:lpstr>
      <vt:lpstr>Arial</vt:lpstr>
      <vt:lpstr>Viaoda Libre</vt:lpstr>
      <vt:lpstr>Raleway</vt:lpstr>
      <vt:lpstr>DM Sans</vt:lpstr>
      <vt:lpstr>Albert Sans</vt:lpstr>
      <vt:lpstr>Minimal Gradient by Slidesgo</vt:lpstr>
      <vt:lpstr>The “AI ISSUE” Zine</vt:lpstr>
      <vt:lpstr>PowerPoint Presentation</vt:lpstr>
      <vt:lpstr>Project Philosophy and Intent</vt:lpstr>
      <vt:lpstr>Initial plans</vt:lpstr>
      <vt:lpstr>PowerPoint Presentation</vt:lpstr>
      <vt:lpstr>Development</vt:lpstr>
      <vt:lpstr>Stages of development</vt:lpstr>
      <vt:lpstr>PowerPoint Presentation</vt:lpstr>
      <vt:lpstr>Optics</vt:lpstr>
      <vt:lpstr>The issue of distilling</vt:lpstr>
      <vt:lpstr>PowerPoint Presentation</vt:lpstr>
      <vt:lpstr>The “AI ISSUE” Zine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Lachniet, Miranda</cp:lastModifiedBy>
  <cp:revision>1</cp:revision>
  <dcterms:modified xsi:type="dcterms:W3CDTF">2026-10-19T18:04:42Z</dcterms:modified>
</cp:coreProperties>
</file>